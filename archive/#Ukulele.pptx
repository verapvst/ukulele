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59"/>
  </p:notesMasterIdLst>
  <p:sldIdLst>
    <p:sldId id="274" r:id="rId2"/>
    <p:sldId id="275" r:id="rId3"/>
    <p:sldId id="284" r:id="rId4"/>
    <p:sldId id="279" r:id="rId5"/>
    <p:sldId id="259" r:id="rId6"/>
    <p:sldId id="268" r:id="rId7"/>
    <p:sldId id="267" r:id="rId8"/>
    <p:sldId id="288" r:id="rId9"/>
    <p:sldId id="305" r:id="rId10"/>
    <p:sldId id="299" r:id="rId11"/>
    <p:sldId id="309" r:id="rId12"/>
    <p:sldId id="310" r:id="rId13"/>
    <p:sldId id="315" r:id="rId14"/>
    <p:sldId id="312" r:id="rId15"/>
    <p:sldId id="265" r:id="rId16"/>
    <p:sldId id="260" r:id="rId17"/>
    <p:sldId id="285" r:id="rId18"/>
    <p:sldId id="258" r:id="rId19"/>
    <p:sldId id="273" r:id="rId20"/>
    <p:sldId id="266" r:id="rId21"/>
    <p:sldId id="261" r:id="rId22"/>
    <p:sldId id="294" r:id="rId23"/>
    <p:sldId id="313" r:id="rId24"/>
    <p:sldId id="314" r:id="rId25"/>
    <p:sldId id="281" r:id="rId26"/>
    <p:sldId id="289" r:id="rId27"/>
    <p:sldId id="269" r:id="rId28"/>
    <p:sldId id="300" r:id="rId29"/>
    <p:sldId id="286" r:id="rId30"/>
    <p:sldId id="270" r:id="rId31"/>
    <p:sldId id="264" r:id="rId32"/>
    <p:sldId id="278" r:id="rId33"/>
    <p:sldId id="272" r:id="rId34"/>
    <p:sldId id="287" r:id="rId35"/>
    <p:sldId id="302" r:id="rId36"/>
    <p:sldId id="291" r:id="rId37"/>
    <p:sldId id="295" r:id="rId38"/>
    <p:sldId id="292" r:id="rId39"/>
    <p:sldId id="296" r:id="rId40"/>
    <p:sldId id="297" r:id="rId41"/>
    <p:sldId id="298" r:id="rId42"/>
    <p:sldId id="311" r:id="rId43"/>
    <p:sldId id="280" r:id="rId44"/>
    <p:sldId id="301" r:id="rId45"/>
    <p:sldId id="276" r:id="rId46"/>
    <p:sldId id="263" r:id="rId47"/>
    <p:sldId id="271" r:id="rId48"/>
    <p:sldId id="283" r:id="rId49"/>
    <p:sldId id="293" r:id="rId50"/>
    <p:sldId id="290" r:id="rId51"/>
    <p:sldId id="282" r:id="rId52"/>
    <p:sldId id="304" r:id="rId53"/>
    <p:sldId id="303" r:id="rId54"/>
    <p:sldId id="277" r:id="rId55"/>
    <p:sldId id="306" r:id="rId56"/>
    <p:sldId id="307" r:id="rId57"/>
    <p:sldId id="308" r:id="rId58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  <a:srgbClr val="D88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8"/>
    <p:restoredTop sz="96296"/>
  </p:normalViewPr>
  <p:slideViewPr>
    <p:cSldViewPr snapToGrid="0" snapToObjects="1">
      <p:cViewPr varScale="1">
        <p:scale>
          <a:sx n="127" d="100"/>
          <a:sy n="127" d="100"/>
        </p:scale>
        <p:origin x="14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B84EE6-D9B0-FF4F-A3CE-D8FC26D771F1}" type="datetimeFigureOut">
              <a:rPr lang="pt-PT" smtClean="0"/>
              <a:t>14/07/24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D2A08-0AEC-714F-A0BE-359EC172026B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54098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D2A08-0AEC-714F-A0BE-359EC172026B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20284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8B6-5651-4F49-A69D-6D1CC587E435}" type="datetimeFigureOut">
              <a:rPr lang="en-PT" smtClean="0"/>
              <a:t>14/07/2024</a:t>
            </a:fld>
            <a:endParaRPr lang="en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155EF-D032-5640-BEAA-58F0723C3355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778818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8B6-5651-4F49-A69D-6D1CC587E435}" type="datetimeFigureOut">
              <a:rPr lang="en-PT" smtClean="0"/>
              <a:t>14/07/2024</a:t>
            </a:fld>
            <a:endParaRPr lang="en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155EF-D032-5640-BEAA-58F0723C3355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351053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8B6-5651-4F49-A69D-6D1CC587E435}" type="datetimeFigureOut">
              <a:rPr lang="en-PT" smtClean="0"/>
              <a:t>14/07/2024</a:t>
            </a:fld>
            <a:endParaRPr lang="en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155EF-D032-5640-BEAA-58F0723C3355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428021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8B6-5651-4F49-A69D-6D1CC587E435}" type="datetimeFigureOut">
              <a:rPr lang="en-PT" smtClean="0"/>
              <a:t>14/07/2024</a:t>
            </a:fld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155EF-D032-5640-BEAA-58F0723C3355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401675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8B6-5651-4F49-A69D-6D1CC587E435}" type="datetimeFigureOut">
              <a:rPr lang="en-PT" smtClean="0"/>
              <a:t>14/07/2024</a:t>
            </a:fld>
            <a:endParaRPr lang="en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155EF-D032-5640-BEAA-58F0723C3355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504233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8B6-5651-4F49-A69D-6D1CC587E435}" type="datetimeFigureOut">
              <a:rPr lang="en-PT" smtClean="0"/>
              <a:t>14/07/2024</a:t>
            </a:fld>
            <a:endParaRPr lang="en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155EF-D032-5640-BEAA-58F0723C3355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679816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8B6-5651-4F49-A69D-6D1CC587E435}" type="datetimeFigureOut">
              <a:rPr lang="en-PT" smtClean="0"/>
              <a:t>14/07/2024</a:t>
            </a:fld>
            <a:endParaRPr lang="en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155EF-D032-5640-BEAA-58F0723C3355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520150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8B6-5651-4F49-A69D-6D1CC587E435}" type="datetimeFigureOut">
              <a:rPr lang="en-PT" smtClean="0"/>
              <a:t>14/07/2024</a:t>
            </a:fld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155EF-D032-5640-BEAA-58F0723C3355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37314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8B6-5651-4F49-A69D-6D1CC587E435}" type="datetimeFigureOut">
              <a:rPr lang="en-PT" smtClean="0"/>
              <a:t>14/07/2024</a:t>
            </a:fld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155EF-D032-5640-BEAA-58F0723C3355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243584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8B6-5651-4F49-A69D-6D1CC587E435}" type="datetimeFigureOut">
              <a:rPr lang="en-PT" smtClean="0"/>
              <a:t>14/07/2024</a:t>
            </a:fld>
            <a:endParaRPr lang="en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155EF-D032-5640-BEAA-58F0723C3355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003686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48B6-5651-4F49-A69D-6D1CC587E435}" type="datetimeFigureOut">
              <a:rPr lang="en-PT" smtClean="0"/>
              <a:t>14/07/2024</a:t>
            </a:fld>
            <a:endParaRPr lang="en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155EF-D032-5640-BEAA-58F0723C3355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248650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D48B6-5651-4F49-A69D-6D1CC587E435}" type="datetimeFigureOut">
              <a:rPr lang="en-PT" smtClean="0"/>
              <a:t>14/07/2024</a:t>
            </a:fld>
            <a:endParaRPr lang="en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155EF-D032-5640-BEAA-58F0723C3355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88398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7" Type="http://schemas.openxmlformats.org/officeDocument/2006/relationships/image" Target="../media/image120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emf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2.png"/><Relationship Id="rId7" Type="http://schemas.openxmlformats.org/officeDocument/2006/relationships/image" Target="../media/image14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11" Type="http://schemas.openxmlformats.org/officeDocument/2006/relationships/image" Target="../media/image150.png"/><Relationship Id="rId5" Type="http://schemas.openxmlformats.org/officeDocument/2006/relationships/image" Target="../media/image144.png"/><Relationship Id="rId10" Type="http://schemas.openxmlformats.org/officeDocument/2006/relationships/image" Target="../media/image149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3" Type="http://schemas.openxmlformats.org/officeDocument/2006/relationships/image" Target="../media/image151.png"/><Relationship Id="rId7" Type="http://schemas.openxmlformats.org/officeDocument/2006/relationships/image" Target="../media/image15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5" Type="http://schemas.openxmlformats.org/officeDocument/2006/relationships/image" Target="../media/image153.png"/><Relationship Id="rId10" Type="http://schemas.openxmlformats.org/officeDocument/2006/relationships/image" Target="../media/image158.png"/><Relationship Id="rId4" Type="http://schemas.openxmlformats.org/officeDocument/2006/relationships/image" Target="../media/image152.png"/><Relationship Id="rId9" Type="http://schemas.openxmlformats.org/officeDocument/2006/relationships/image" Target="../media/image15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3" Type="http://schemas.openxmlformats.org/officeDocument/2006/relationships/image" Target="../media/image159.png"/><Relationship Id="rId7" Type="http://schemas.openxmlformats.org/officeDocument/2006/relationships/image" Target="../media/image16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.png"/><Relationship Id="rId5" Type="http://schemas.openxmlformats.org/officeDocument/2006/relationships/image" Target="../media/image161.png"/><Relationship Id="rId10" Type="http://schemas.openxmlformats.org/officeDocument/2006/relationships/image" Target="../media/image166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3" Type="http://schemas.openxmlformats.org/officeDocument/2006/relationships/image" Target="../media/image167.png"/><Relationship Id="rId7" Type="http://schemas.openxmlformats.org/officeDocument/2006/relationships/image" Target="../media/image17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Relationship Id="rId9" Type="http://schemas.openxmlformats.org/officeDocument/2006/relationships/image" Target="../media/image17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3" Type="http://schemas.openxmlformats.org/officeDocument/2006/relationships/image" Target="../media/image174.png"/><Relationship Id="rId7" Type="http://schemas.openxmlformats.org/officeDocument/2006/relationships/image" Target="../media/image17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.png"/><Relationship Id="rId11" Type="http://schemas.openxmlformats.org/officeDocument/2006/relationships/image" Target="../media/image182.png"/><Relationship Id="rId5" Type="http://schemas.openxmlformats.org/officeDocument/2006/relationships/image" Target="../media/image176.png"/><Relationship Id="rId10" Type="http://schemas.openxmlformats.org/officeDocument/2006/relationships/image" Target="../media/image181.png"/><Relationship Id="rId4" Type="http://schemas.openxmlformats.org/officeDocument/2006/relationships/image" Target="../media/image175.png"/><Relationship Id="rId9" Type="http://schemas.openxmlformats.org/officeDocument/2006/relationships/image" Target="../media/image18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6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3" Type="http://schemas.openxmlformats.org/officeDocument/2006/relationships/image" Target="../media/image189.png"/><Relationship Id="rId7" Type="http://schemas.openxmlformats.org/officeDocument/2006/relationships/image" Target="../media/image19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2.png"/><Relationship Id="rId5" Type="http://schemas.openxmlformats.org/officeDocument/2006/relationships/image" Target="../media/image191.png"/><Relationship Id="rId4" Type="http://schemas.openxmlformats.org/officeDocument/2006/relationships/image" Target="../media/image19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7" Type="http://schemas.openxmlformats.org/officeDocument/2006/relationships/image" Target="../media/image20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9.png"/><Relationship Id="rId5" Type="http://schemas.openxmlformats.org/officeDocument/2006/relationships/image" Target="../media/image198.png"/><Relationship Id="rId4" Type="http://schemas.openxmlformats.org/officeDocument/2006/relationships/image" Target="../media/image197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3" Type="http://schemas.openxmlformats.org/officeDocument/2006/relationships/image" Target="../media/image201.png"/><Relationship Id="rId7" Type="http://schemas.openxmlformats.org/officeDocument/2006/relationships/image" Target="../media/image20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4.png"/><Relationship Id="rId5" Type="http://schemas.openxmlformats.org/officeDocument/2006/relationships/image" Target="../media/image203.png"/><Relationship Id="rId10" Type="http://schemas.openxmlformats.org/officeDocument/2006/relationships/image" Target="../media/image208.png"/><Relationship Id="rId4" Type="http://schemas.openxmlformats.org/officeDocument/2006/relationships/image" Target="../media/image202.png"/><Relationship Id="rId9" Type="http://schemas.openxmlformats.org/officeDocument/2006/relationships/image" Target="../media/image20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1.png"/><Relationship Id="rId4" Type="http://schemas.openxmlformats.org/officeDocument/2006/relationships/image" Target="../media/image210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png"/><Relationship Id="rId3" Type="http://schemas.openxmlformats.org/officeDocument/2006/relationships/image" Target="../media/image212.png"/><Relationship Id="rId7" Type="http://schemas.openxmlformats.org/officeDocument/2006/relationships/image" Target="../media/image2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5.png"/><Relationship Id="rId5" Type="http://schemas.openxmlformats.org/officeDocument/2006/relationships/image" Target="../media/image214.png"/><Relationship Id="rId4" Type="http://schemas.openxmlformats.org/officeDocument/2006/relationships/image" Target="../media/image21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3" Type="http://schemas.openxmlformats.org/officeDocument/2006/relationships/image" Target="../media/image218.png"/><Relationship Id="rId7" Type="http://schemas.openxmlformats.org/officeDocument/2006/relationships/image" Target="../media/image2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5" Type="http://schemas.openxmlformats.org/officeDocument/2006/relationships/image" Target="../media/image220.png"/><Relationship Id="rId4" Type="http://schemas.openxmlformats.org/officeDocument/2006/relationships/image" Target="../media/image219.png"/><Relationship Id="rId9" Type="http://schemas.openxmlformats.org/officeDocument/2006/relationships/image" Target="../media/image224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225.png"/><Relationship Id="rId7" Type="http://schemas.openxmlformats.org/officeDocument/2006/relationships/image" Target="../media/image2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8.png"/><Relationship Id="rId5" Type="http://schemas.openxmlformats.org/officeDocument/2006/relationships/image" Target="../media/image227.png"/><Relationship Id="rId4" Type="http://schemas.openxmlformats.org/officeDocument/2006/relationships/image" Target="../media/image226.png"/><Relationship Id="rId9" Type="http://schemas.openxmlformats.org/officeDocument/2006/relationships/image" Target="../media/image23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7" Type="http://schemas.openxmlformats.org/officeDocument/2006/relationships/image" Target="../media/image23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5" Type="http://schemas.openxmlformats.org/officeDocument/2006/relationships/image" Target="../media/image234.png"/><Relationship Id="rId4" Type="http://schemas.openxmlformats.org/officeDocument/2006/relationships/image" Target="../media/image23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png"/><Relationship Id="rId3" Type="http://schemas.openxmlformats.org/officeDocument/2006/relationships/image" Target="../media/image238.png"/><Relationship Id="rId7" Type="http://schemas.openxmlformats.org/officeDocument/2006/relationships/image" Target="../media/image24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1.png"/><Relationship Id="rId5" Type="http://schemas.openxmlformats.org/officeDocument/2006/relationships/image" Target="../media/image240.png"/><Relationship Id="rId4" Type="http://schemas.openxmlformats.org/officeDocument/2006/relationships/image" Target="../media/image239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7.png"/><Relationship Id="rId5" Type="http://schemas.openxmlformats.org/officeDocument/2006/relationships/image" Target="../media/image246.png"/><Relationship Id="rId4" Type="http://schemas.openxmlformats.org/officeDocument/2006/relationships/image" Target="../media/image24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0E565A-3408-DD45-8F66-F910A8EC75A2}"/>
              </a:ext>
            </a:extLst>
          </p:cNvPr>
          <p:cNvCxnSpPr/>
          <p:nvPr/>
        </p:nvCxnSpPr>
        <p:spPr>
          <a:xfrm>
            <a:off x="293476" y="-76200"/>
            <a:ext cx="43631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2" descr="Pin by Jonas on Guitar | Ukulele chords, Ukulele chords chart, Ukelele chords  ukulele songs">
            <a:extLst>
              <a:ext uri="{FF2B5EF4-FFF2-40B4-BE49-F238E27FC236}">
                <a16:creationId xmlns:a16="http://schemas.microsoft.com/office/drawing/2014/main" id="{48858B67-C7B2-E78D-2BC1-3090774FB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411" y="290675"/>
            <a:ext cx="4434738" cy="6273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chart of a guitar chord&#10;&#10;Description automatically generated">
            <a:extLst>
              <a:ext uri="{FF2B5EF4-FFF2-40B4-BE49-F238E27FC236}">
                <a16:creationId xmlns:a16="http://schemas.microsoft.com/office/drawing/2014/main" id="{05737CF5-963B-83FF-88B2-0A3F91E37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9255" y="484393"/>
            <a:ext cx="4419682" cy="303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234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0E565A-3408-DD45-8F66-F910A8EC75A2}"/>
              </a:ext>
            </a:extLst>
          </p:cNvPr>
          <p:cNvCxnSpPr/>
          <p:nvPr/>
        </p:nvCxnSpPr>
        <p:spPr>
          <a:xfrm>
            <a:off x="293476" y="-76200"/>
            <a:ext cx="43631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098" name="Picture 2" descr="Download Earth, Globe, Cartoon. Royalty-Free Stock Illustration Image -  Pixabay">
            <a:extLst>
              <a:ext uri="{FF2B5EF4-FFF2-40B4-BE49-F238E27FC236}">
                <a16:creationId xmlns:a16="http://schemas.microsoft.com/office/drawing/2014/main" id="{EFC01006-D903-26EE-F420-E3410B729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1424" y="852742"/>
            <a:ext cx="4983152" cy="515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0564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7F3FCD9-6DE2-25C3-DDC9-BE78CC41C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69" y="36289"/>
            <a:ext cx="4416176" cy="5247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D92FCC-8D42-63C1-44AB-1C4BC53BCA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07"/>
          <a:stretch/>
        </p:blipFill>
        <p:spPr>
          <a:xfrm>
            <a:off x="472351" y="633048"/>
            <a:ext cx="2681217" cy="47525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DBE515-DF5E-60F2-FDD6-97458B3D60D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8768"/>
          <a:stretch/>
        </p:blipFill>
        <p:spPr>
          <a:xfrm>
            <a:off x="2767301" y="4237283"/>
            <a:ext cx="2165965" cy="25888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B1E156-9F4E-0F84-997E-90BEFC2DB9E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88536"/>
          <a:stretch/>
        </p:blipFill>
        <p:spPr>
          <a:xfrm>
            <a:off x="498023" y="5502897"/>
            <a:ext cx="2165965" cy="3653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203F33-FB94-9FC4-866F-539B8B5AFF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3625" y="594246"/>
            <a:ext cx="2370824" cy="5023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D12425-34FE-B895-73A4-AF7F3877C62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1" t="9678" r="418" b="5177"/>
          <a:stretch/>
        </p:blipFill>
        <p:spPr>
          <a:xfrm>
            <a:off x="7257449" y="3635235"/>
            <a:ext cx="2649400" cy="32227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0B742D-1FA8-D940-3939-A057C59F9D3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009" r="65795" b="89771"/>
          <a:stretch/>
        </p:blipFill>
        <p:spPr>
          <a:xfrm>
            <a:off x="5371899" y="5627974"/>
            <a:ext cx="926004" cy="3166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405A00-F438-E66E-34CB-9DC39AE3382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-13515"/>
          <a:stretch/>
        </p:blipFill>
        <p:spPr>
          <a:xfrm>
            <a:off x="5353481" y="60292"/>
            <a:ext cx="4503128" cy="54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60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A3319F6-AC7B-BE8A-E398-568D1E28C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04" y="74652"/>
            <a:ext cx="4387317" cy="4819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E598C47-74BF-F064-9886-F1D3FCAD06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350" y="648624"/>
            <a:ext cx="2097521" cy="56677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5B044C8-3C83-F973-2ECE-2F4D292EFC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8712" y="4011284"/>
            <a:ext cx="2490384" cy="28148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98293D4-C6E1-9563-F0A7-BD8F61C562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3191" y="102929"/>
            <a:ext cx="4387317" cy="45364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9D91F2A-61D8-43DA-9BBB-2D15BE3D0E11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910"/>
          <a:stretch/>
        </p:blipFill>
        <p:spPr>
          <a:xfrm>
            <a:off x="5432258" y="678766"/>
            <a:ext cx="2194591" cy="377247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C8B2510-05FA-A87D-9D28-1C09B00311C5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42031" r="9282"/>
          <a:stretch/>
        </p:blipFill>
        <p:spPr>
          <a:xfrm>
            <a:off x="7762562" y="670859"/>
            <a:ext cx="2068887" cy="32855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BE4CD40-0A34-90E7-9357-D7E7A87117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3533" y="3996610"/>
            <a:ext cx="1946506" cy="119271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41AE60B-6FCF-2806-9BF7-28B9050A7EC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57270"/>
          <a:stretch/>
        </p:blipFill>
        <p:spPr>
          <a:xfrm>
            <a:off x="5404034" y="4497345"/>
            <a:ext cx="2073254" cy="220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93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25300F5-776F-E80C-8106-5D9C4182E773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CB49B0EA-725C-2F5D-92C3-93B965AA73D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5E4BA55F-12E0-B70A-C719-1A2332E052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B74BF90-1C22-BC45-ACAC-7D31B97A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04" y="285979"/>
            <a:ext cx="4264162" cy="510443"/>
          </a:xfrm>
          <a:prstGeom prst="rect">
            <a:avLst/>
          </a:prstGeom>
        </p:spPr>
      </p:pic>
      <p:pic>
        <p:nvPicPr>
          <p:cNvPr id="8" name="Picture 7" descr="Text, letter&#10;&#10;Description automatically generated">
            <a:extLst>
              <a:ext uri="{FF2B5EF4-FFF2-40B4-BE49-F238E27FC236}">
                <a16:creationId xmlns:a16="http://schemas.microsoft.com/office/drawing/2014/main" id="{53FE9AD7-E418-D847-BB90-2248D151B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235" y="796422"/>
            <a:ext cx="3746440" cy="498347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9036466-D305-A147-AC50-7CD348D2C15C}"/>
              </a:ext>
            </a:extLst>
          </p:cNvPr>
          <p:cNvCxnSpPr>
            <a:cxnSpLocks/>
          </p:cNvCxnSpPr>
          <p:nvPr/>
        </p:nvCxnSpPr>
        <p:spPr>
          <a:xfrm>
            <a:off x="4953000" y="0"/>
            <a:ext cx="20320" cy="685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398F55-6281-074B-A615-0E1953A1BCDE}"/>
              </a:ext>
            </a:extLst>
          </p:cNvPr>
          <p:cNvCxnSpPr/>
          <p:nvPr/>
        </p:nvCxnSpPr>
        <p:spPr>
          <a:xfrm>
            <a:off x="293476" y="-76200"/>
            <a:ext cx="43631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D515689-E83F-63D0-5301-3E65593E76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3383" y="112333"/>
            <a:ext cx="4294123" cy="4731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43D9FF-B93F-E642-CD8A-50EC4DFA9AA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968" b="20169"/>
          <a:stretch/>
        </p:blipFill>
        <p:spPr>
          <a:xfrm>
            <a:off x="5481163" y="648624"/>
            <a:ext cx="2923719" cy="42996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1B1DB5-7550-0032-9F8F-D9B6F4BB5AD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93422"/>
          <a:stretch/>
        </p:blipFill>
        <p:spPr>
          <a:xfrm>
            <a:off x="5489307" y="6019894"/>
            <a:ext cx="1860233" cy="1954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4804BA-EFFF-A37F-F7E7-2115218F0F3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79993"/>
          <a:stretch/>
        </p:blipFill>
        <p:spPr>
          <a:xfrm>
            <a:off x="5481163" y="4899622"/>
            <a:ext cx="2923719" cy="11339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075084-24FD-3D24-7A0C-0741B46A0E7F}"/>
              </a:ext>
            </a:extLst>
          </p:cNvPr>
          <p:cNvSpPr txBox="1"/>
          <p:nvPr/>
        </p:nvSpPr>
        <p:spPr>
          <a:xfrm>
            <a:off x="6873073" y="61495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8491FB-BE74-1C9E-C8DC-DB2E375D99BF}"/>
              </a:ext>
            </a:extLst>
          </p:cNvPr>
          <p:cNvSpPr txBox="1"/>
          <p:nvPr/>
        </p:nvSpPr>
        <p:spPr>
          <a:xfrm>
            <a:off x="5527900" y="6334257"/>
            <a:ext cx="60305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CHORUS x2</a:t>
            </a:r>
          </a:p>
        </p:txBody>
      </p:sp>
    </p:spTree>
    <p:extLst>
      <p:ext uri="{BB962C8B-B14F-4D97-AF65-F5344CB8AC3E}">
        <p14:creationId xmlns:p14="http://schemas.microsoft.com/office/powerpoint/2010/main" val="1016290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AC98289-1EB2-C837-7FD5-952F71DE52AD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9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C4A08E90-E54C-F5E4-3059-43AA0C434CD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83D88EB4-183A-0AA9-044E-4710ABADFFD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D6C73E-80B9-2E46-90B3-59627CB991BF}"/>
              </a:ext>
            </a:extLst>
          </p:cNvPr>
          <p:cNvCxnSpPr>
            <a:cxnSpLocks/>
          </p:cNvCxnSpPr>
          <p:nvPr/>
        </p:nvCxnSpPr>
        <p:spPr>
          <a:xfrm>
            <a:off x="4953000" y="0"/>
            <a:ext cx="20320" cy="685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0E565A-3408-DD45-8F66-F910A8EC75A2}"/>
              </a:ext>
            </a:extLst>
          </p:cNvPr>
          <p:cNvCxnSpPr/>
          <p:nvPr/>
        </p:nvCxnSpPr>
        <p:spPr>
          <a:xfrm>
            <a:off x="293476" y="-76200"/>
            <a:ext cx="43631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2B6E9102-0861-77CF-6A6D-5B29DC5D7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85" y="161580"/>
            <a:ext cx="4434501" cy="5087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1C6264-0170-6E0C-B8E2-7A80257DA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24" y="770227"/>
            <a:ext cx="2927834" cy="44290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C453E0-CFF7-7C72-8811-2333A283F37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4400"/>
          <a:stretch/>
        </p:blipFill>
        <p:spPr>
          <a:xfrm>
            <a:off x="5547650" y="670333"/>
            <a:ext cx="2981378" cy="52154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37D3EE-B61A-E92D-BF9B-C7C3C2A10C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7650" y="5847637"/>
            <a:ext cx="2107776" cy="3678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B0DAE7-CC0D-6F23-EC7A-A43374FAB6D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85497"/>
          <a:stretch/>
        </p:blipFill>
        <p:spPr>
          <a:xfrm>
            <a:off x="544917" y="5159663"/>
            <a:ext cx="2941712" cy="8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383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DD071B-D9C0-7AC7-2F90-267F7AA49A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116" r="22087"/>
          <a:stretch/>
        </p:blipFill>
        <p:spPr>
          <a:xfrm>
            <a:off x="2938276" y="689681"/>
            <a:ext cx="2045979" cy="366537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D6C73E-80B9-2E46-90B3-59627CB991BF}"/>
              </a:ext>
            </a:extLst>
          </p:cNvPr>
          <p:cNvCxnSpPr>
            <a:cxnSpLocks/>
          </p:cNvCxnSpPr>
          <p:nvPr/>
        </p:nvCxnSpPr>
        <p:spPr>
          <a:xfrm>
            <a:off x="4953000" y="0"/>
            <a:ext cx="20320" cy="685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0E565A-3408-DD45-8F66-F910A8EC75A2}"/>
              </a:ext>
            </a:extLst>
          </p:cNvPr>
          <p:cNvCxnSpPr/>
          <p:nvPr/>
        </p:nvCxnSpPr>
        <p:spPr>
          <a:xfrm>
            <a:off x="293476" y="-76200"/>
            <a:ext cx="43631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0E83317-F711-A5FE-8BA0-989518553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28" y="107509"/>
            <a:ext cx="4346442" cy="5061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418196-B0BF-859E-09BD-15B348031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012" y="596060"/>
            <a:ext cx="2330244" cy="39910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090E7F-A3B3-774E-DB06-A8D07D3B790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5937"/>
          <a:stretch/>
        </p:blipFill>
        <p:spPr>
          <a:xfrm>
            <a:off x="5459908" y="14220"/>
            <a:ext cx="3661258" cy="29409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536A40-516D-F12A-DF3C-38F913A2F7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7376" y="3198457"/>
            <a:ext cx="2089048" cy="35684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369561-2DB3-41F4-851E-DE506705BB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087" b="61420"/>
          <a:stretch/>
        </p:blipFill>
        <p:spPr>
          <a:xfrm>
            <a:off x="482012" y="4587133"/>
            <a:ext cx="2045979" cy="22487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8A7640-DF68-5BDF-EBCC-D41E0C79F49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-1" r="45673" b="72805"/>
          <a:stretch/>
        </p:blipFill>
        <p:spPr>
          <a:xfrm>
            <a:off x="2974899" y="4206193"/>
            <a:ext cx="1989036" cy="14793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285DB0-DA2E-E439-6B75-537FE752A2A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0991" r="66868" b="53547"/>
          <a:stretch/>
        </p:blipFill>
        <p:spPr>
          <a:xfrm>
            <a:off x="2922036" y="5685557"/>
            <a:ext cx="1213036" cy="8411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B7DA44-E400-8CC9-8C32-A68FFBD5CE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1818" y="3026988"/>
            <a:ext cx="1747790" cy="239085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DD9E91A-E16E-2263-0300-F028BC880D59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15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A37EAE51-7C30-9D13-38CA-42DA2C6CF43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9A6291F5-9983-D221-B9B4-FC456400263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21999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F577D46-8FDF-E7E1-E00B-00FD63BF0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854" y="133308"/>
            <a:ext cx="4387317" cy="486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E19AD3-E7EB-829E-8346-2EE712A71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854" y="752258"/>
            <a:ext cx="2368123" cy="51525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779D6F-E08C-502C-AB10-0C5617CBDA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16" y="145250"/>
            <a:ext cx="4387317" cy="4747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742A50-03BD-90ED-0B6F-A4ED057380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680" y="720526"/>
            <a:ext cx="2274686" cy="51579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A26907-810C-A901-C4E2-B53BFE3536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5186" y="720526"/>
            <a:ext cx="2358127" cy="538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036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8A03C61-E5AA-E6FE-45B9-8FB348401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16" y="83022"/>
            <a:ext cx="4387317" cy="4546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12CB0E-02DE-1B93-BCAF-473906BFE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17" y="557762"/>
            <a:ext cx="2295672" cy="41348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321668-3130-8951-0135-750A3FD5984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6229"/>
          <a:stretch/>
        </p:blipFill>
        <p:spPr>
          <a:xfrm>
            <a:off x="2795266" y="929546"/>
            <a:ext cx="2142403" cy="38010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BA4DEA-81A4-9248-1EF4-3EA3F2FB95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5266" y="4787236"/>
            <a:ext cx="2048209" cy="8385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B1B3BE-09C9-D886-7B6A-75C1D7FF086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73219"/>
          <a:stretch/>
        </p:blipFill>
        <p:spPr>
          <a:xfrm>
            <a:off x="459920" y="4692580"/>
            <a:ext cx="2106125" cy="1356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9D2E89-67DE-BC2A-956B-44393C4E40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2153" y="111562"/>
            <a:ext cx="4004548" cy="4261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3F1A9F-1497-1EC5-BCED-AE66C3CE52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1091" y="633260"/>
            <a:ext cx="1389292" cy="48894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441176-BA0D-336A-028A-7DB65D9A472F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6333" t="20025"/>
          <a:stretch/>
        </p:blipFill>
        <p:spPr>
          <a:xfrm>
            <a:off x="6833490" y="748251"/>
            <a:ext cx="1237231" cy="53310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000960-2B03-30F6-3E39-212A0D171E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6830" y="748251"/>
            <a:ext cx="1550838" cy="53310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681856-2D7F-A9FD-5C1D-7C2E8C473AC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6333" b="81704"/>
          <a:stretch/>
        </p:blipFill>
        <p:spPr>
          <a:xfrm>
            <a:off x="5399824" y="5527906"/>
            <a:ext cx="1237231" cy="121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625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6EA278F-9C15-B7E5-0CBF-531C835B2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81" y="120576"/>
            <a:ext cx="4542462" cy="4853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9DF7F9-BA7A-5FA5-4D87-02EAB24C9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10" y="712500"/>
            <a:ext cx="2169344" cy="41155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E5BB3F-6970-ABC2-A462-06FA211E55D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963" r="28253"/>
          <a:stretch/>
        </p:blipFill>
        <p:spPr>
          <a:xfrm>
            <a:off x="3061622" y="686306"/>
            <a:ext cx="1870921" cy="4528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283209-ADA0-98CD-7AAA-BA5EEEC2C7C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92493"/>
          <a:stretch/>
        </p:blipFill>
        <p:spPr>
          <a:xfrm>
            <a:off x="419313" y="4854198"/>
            <a:ext cx="2607659" cy="3693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6D0715-CBFB-CAF5-E935-69B17F8D93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8233" y="173445"/>
            <a:ext cx="4098234" cy="4741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C5A6BA-217C-426B-D567-09DDEA7D29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8233" y="686306"/>
            <a:ext cx="1890013" cy="33347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F60471-F998-59D9-7813-0F85BD345A9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46380"/>
          <a:stretch/>
        </p:blipFill>
        <p:spPr>
          <a:xfrm>
            <a:off x="5546114" y="4066637"/>
            <a:ext cx="1578057" cy="26179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FF03CA-3747-3AE5-B015-957E1B9D7A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1459" y="2993914"/>
            <a:ext cx="1420157" cy="36681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A86767-67DA-F884-42FE-E7CFAC53ECD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55159"/>
          <a:stretch/>
        </p:blipFill>
        <p:spPr>
          <a:xfrm>
            <a:off x="7932510" y="744990"/>
            <a:ext cx="1578057" cy="218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86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B27E0B2-0D90-EE5F-78DA-B614026D4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77" y="116957"/>
            <a:ext cx="4232995" cy="4634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10002E-0255-589F-07BB-4B3A14293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49" y="660674"/>
            <a:ext cx="1829846" cy="39635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7199A6-B855-6398-A802-B81360C38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32" y="4624216"/>
            <a:ext cx="2436844" cy="14239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51AA9A-496C-5278-6461-65F10D494F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6345" y="580423"/>
            <a:ext cx="1959067" cy="39635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59E003-EB65-6AAB-911F-F21C69E508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1281" y="4653541"/>
            <a:ext cx="2488224" cy="16955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F5CB80-0350-675F-DB65-1BD728C0AF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1225" y="116957"/>
            <a:ext cx="3878332" cy="4516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EA5D2E-917E-35AA-7D3F-A9EBF5D686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6768" y="580423"/>
            <a:ext cx="1869839" cy="33915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4B8727-9661-77AE-0000-4EF947AE8A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21182" y="3994303"/>
            <a:ext cx="2316978" cy="27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259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5695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E9F3014-0390-698E-779F-E6360DAF8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02" y="86853"/>
            <a:ext cx="4171535" cy="4810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EA772B-DBC2-D8F7-10CC-180DCF451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14" y="648265"/>
            <a:ext cx="3006601" cy="46998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E64466-2C08-FBA3-9901-C42F6AEE1A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45" y="5358316"/>
            <a:ext cx="3124549" cy="1375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B8C152-F1A4-E2C6-94D3-75D76D4E82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6489" y="277866"/>
            <a:ext cx="2336800" cy="165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3D449A-ADD3-6B2A-1CB2-149D113326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3218" y="577928"/>
            <a:ext cx="4413627" cy="565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79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54792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417F0BB-B9EA-B8D1-8F59-207308CBDE44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7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B27A5C5D-608E-0B1D-F7F0-67CED9E0284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1A024DDB-17AA-A4E9-4A60-503891AFEC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D6C73E-80B9-2E46-90B3-59627CB991BF}"/>
              </a:ext>
            </a:extLst>
          </p:cNvPr>
          <p:cNvCxnSpPr>
            <a:cxnSpLocks/>
          </p:cNvCxnSpPr>
          <p:nvPr/>
        </p:nvCxnSpPr>
        <p:spPr>
          <a:xfrm>
            <a:off x="4953000" y="0"/>
            <a:ext cx="20320" cy="685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0E565A-3408-DD45-8F66-F910A8EC75A2}"/>
              </a:ext>
            </a:extLst>
          </p:cNvPr>
          <p:cNvCxnSpPr/>
          <p:nvPr/>
        </p:nvCxnSpPr>
        <p:spPr>
          <a:xfrm>
            <a:off x="293476" y="-76200"/>
            <a:ext cx="43631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2DF4F41-1679-A59C-74C3-0FF661CF8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53" y="242492"/>
            <a:ext cx="4363191" cy="4977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CB5FA0-D842-84F8-DDD1-97CD7E396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53" y="731365"/>
            <a:ext cx="2633908" cy="57671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48186A-565C-7809-F78C-9584C44AEDE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630"/>
          <a:stretch/>
        </p:blipFill>
        <p:spPr>
          <a:xfrm>
            <a:off x="5648072" y="534155"/>
            <a:ext cx="2649168" cy="5983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621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37B6813-4102-D001-FB1B-26DE2EDF615F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96245D7-8691-D0BF-1C6F-0A64438C74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94A95D74-DBDD-F973-F930-FB7568FEE0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Picture 5" descr="Graphical user interface, application, Word&#10;&#10;Description automatically generated with medium confidence">
            <a:extLst>
              <a:ext uri="{FF2B5EF4-FFF2-40B4-BE49-F238E27FC236}">
                <a16:creationId xmlns:a16="http://schemas.microsoft.com/office/drawing/2014/main" id="{AAFE307C-413F-8640-94CC-A4D1FBB5D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18" y="149600"/>
            <a:ext cx="4276436" cy="553783"/>
          </a:xfrm>
          <a:prstGeom prst="rect">
            <a:avLst/>
          </a:prstGeom>
        </p:spPr>
      </p:pic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75E7EAB2-C393-4A43-92A9-F6B6604BFE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5482"/>
          <a:stretch/>
        </p:blipFill>
        <p:spPr>
          <a:xfrm>
            <a:off x="434781" y="947380"/>
            <a:ext cx="4114183" cy="5551351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672A98B7-416D-5541-9C6A-5D1F87EC41C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62" r="60312" b="56167"/>
          <a:stretch/>
        </p:blipFill>
        <p:spPr>
          <a:xfrm>
            <a:off x="5435260" y="423336"/>
            <a:ext cx="4116115" cy="330347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AB6EF5-8FD4-894B-BF7F-39D1C7B91E9A}"/>
              </a:ext>
            </a:extLst>
          </p:cNvPr>
          <p:cNvCxnSpPr>
            <a:cxnSpLocks/>
          </p:cNvCxnSpPr>
          <p:nvPr/>
        </p:nvCxnSpPr>
        <p:spPr>
          <a:xfrm>
            <a:off x="4953000" y="0"/>
            <a:ext cx="20320" cy="685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A55629-FB7C-CD44-A5A8-48B33BDFA0A4}"/>
              </a:ext>
            </a:extLst>
          </p:cNvPr>
          <p:cNvCxnSpPr/>
          <p:nvPr/>
        </p:nvCxnSpPr>
        <p:spPr>
          <a:xfrm>
            <a:off x="293476" y="-76200"/>
            <a:ext cx="43631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EFE9109-DE24-8C41-8107-E89B2CDD5211}"/>
              </a:ext>
            </a:extLst>
          </p:cNvPr>
          <p:cNvSpPr txBox="1"/>
          <p:nvPr/>
        </p:nvSpPr>
        <p:spPr>
          <a:xfrm>
            <a:off x="5613868" y="3945735"/>
            <a:ext cx="80502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PT" sz="900" b="1" dirty="0">
                <a:solidFill>
                  <a:prstClr val="black"/>
                </a:solidFill>
                <a:latin typeface="Andale Mono" panose="020B0509000000000004" pitchFamily="49" charset="0"/>
              </a:rPr>
              <a:t>Refrão x3</a:t>
            </a:r>
            <a:endParaRPr lang="en-PT" sz="1400" b="1" dirty="0">
              <a:solidFill>
                <a:prstClr val="black"/>
              </a:solidFill>
              <a:latin typeface="Andale Mono" panose="020B0509000000000004" pitchFamily="49" charset="0"/>
            </a:endParaRPr>
          </a:p>
          <a:p>
            <a:endParaRPr lang="en-PT" dirty="0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30C8FEB1-09C0-0C44-B269-61E1D9B0B2A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45" t="78242" r="65377" b="711"/>
          <a:stretch/>
        </p:blipFill>
        <p:spPr>
          <a:xfrm>
            <a:off x="5482511" y="4232551"/>
            <a:ext cx="3723482" cy="1648043"/>
          </a:xfrm>
          <a:prstGeom prst="rect">
            <a:avLst/>
          </a:prstGeom>
        </p:spPr>
      </p:pic>
      <p:pic>
        <p:nvPicPr>
          <p:cNvPr id="15" name="Picture 14" descr="Text&#10;&#10;Description automatically generated">
            <a:extLst>
              <a:ext uri="{FF2B5EF4-FFF2-40B4-BE49-F238E27FC236}">
                <a16:creationId xmlns:a16="http://schemas.microsoft.com/office/drawing/2014/main" id="{3DDB597F-690C-634E-B5D1-561996CA6EA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9090" t="-1681" r="12338" b="92736"/>
          <a:stretch/>
        </p:blipFill>
        <p:spPr>
          <a:xfrm>
            <a:off x="5579713" y="6031563"/>
            <a:ext cx="3051197" cy="68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753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A95953B-BFB1-D473-B462-67936C177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23" y="70890"/>
            <a:ext cx="4472472" cy="470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FF4238-3A35-3A7A-87D5-1B6328FB1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352" y="821425"/>
            <a:ext cx="1932405" cy="56677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6E46AD-9399-0E81-D95A-E5820E05B38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957"/>
          <a:stretch/>
        </p:blipFill>
        <p:spPr>
          <a:xfrm>
            <a:off x="3041421" y="790308"/>
            <a:ext cx="1864874" cy="2724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C10C26-34DB-2E34-CD77-1DDB0A04CCD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94871"/>
          <a:stretch/>
        </p:blipFill>
        <p:spPr>
          <a:xfrm>
            <a:off x="508352" y="6489193"/>
            <a:ext cx="1864874" cy="14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406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7DDD6D03-7C30-0F4B-8FF0-19536E69B7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859" t="26000" r="42562" b="19870"/>
          <a:stretch/>
        </p:blipFill>
        <p:spPr>
          <a:xfrm>
            <a:off x="372143" y="728449"/>
            <a:ext cx="4553493" cy="5796000"/>
          </a:xfrm>
          <a:prstGeom prst="rect">
            <a:avLst/>
          </a:prstGeom>
        </p:spPr>
      </p:pic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5B231854-9393-D242-9583-5A211CACCC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241" t="5783" r="31332" b="86776"/>
          <a:stretch/>
        </p:blipFill>
        <p:spPr>
          <a:xfrm>
            <a:off x="388523" y="333551"/>
            <a:ext cx="4553436" cy="565791"/>
          </a:xfrm>
          <a:prstGeom prst="rect">
            <a:avLst/>
          </a:prstGeom>
        </p:spPr>
      </p:pic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6D3DCCD6-04A1-AD4C-8610-E9F61D09B1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666" t="23815" r="62263" b="53989"/>
          <a:stretch/>
        </p:blipFill>
        <p:spPr>
          <a:xfrm>
            <a:off x="5428796" y="1144871"/>
            <a:ext cx="4464680" cy="237556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111121-03F8-0B4A-85D3-89E9B668B0AA}"/>
              </a:ext>
            </a:extLst>
          </p:cNvPr>
          <p:cNvSpPr txBox="1"/>
          <p:nvPr/>
        </p:nvSpPr>
        <p:spPr>
          <a:xfrm>
            <a:off x="5481703" y="914039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900" b="1" dirty="0">
                <a:latin typeface="Andale Mono" panose="020B0509000000000004" pitchFamily="49" charset="0"/>
              </a:rPr>
              <a:t>Refrão</a:t>
            </a:r>
            <a:endParaRPr lang="en-PT" sz="1400" b="1" dirty="0">
              <a:latin typeface="Andale Mono" panose="020B050900000000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A368DC-828E-B54B-AD69-0197EB653D78}"/>
              </a:ext>
            </a:extLst>
          </p:cNvPr>
          <p:cNvSpPr txBox="1"/>
          <p:nvPr/>
        </p:nvSpPr>
        <p:spPr>
          <a:xfrm>
            <a:off x="5481703" y="3616611"/>
            <a:ext cx="80502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PT" sz="900" b="1" dirty="0">
                <a:solidFill>
                  <a:prstClr val="black"/>
                </a:solidFill>
                <a:latin typeface="Andale Mono" panose="020B0509000000000004" pitchFamily="49" charset="0"/>
              </a:rPr>
              <a:t>Refrão x3</a:t>
            </a:r>
            <a:endParaRPr lang="en-PT" sz="1400" b="1" dirty="0">
              <a:solidFill>
                <a:prstClr val="black"/>
              </a:solidFill>
              <a:latin typeface="Andale Mono" panose="020B0509000000000004" pitchFamily="49" charset="0"/>
            </a:endParaRPr>
          </a:p>
          <a:p>
            <a:endParaRPr lang="en-PT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9BFC8F-0950-F244-A5BA-1F17B739E99E}"/>
              </a:ext>
            </a:extLst>
          </p:cNvPr>
          <p:cNvCxnSpPr/>
          <p:nvPr/>
        </p:nvCxnSpPr>
        <p:spPr>
          <a:xfrm>
            <a:off x="208655" y="3332480"/>
            <a:ext cx="0" cy="1676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CEF0494-1695-ED4E-9EF9-0D606B120F35}"/>
              </a:ext>
            </a:extLst>
          </p:cNvPr>
          <p:cNvCxnSpPr>
            <a:cxnSpLocks/>
          </p:cNvCxnSpPr>
          <p:nvPr/>
        </p:nvCxnSpPr>
        <p:spPr>
          <a:xfrm>
            <a:off x="4953000" y="0"/>
            <a:ext cx="20320" cy="685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20E8532-F018-354C-BE4B-B2FDA2D4424E}"/>
              </a:ext>
            </a:extLst>
          </p:cNvPr>
          <p:cNvCxnSpPr/>
          <p:nvPr/>
        </p:nvCxnSpPr>
        <p:spPr>
          <a:xfrm>
            <a:off x="293476" y="-76200"/>
            <a:ext cx="43631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981F5C4B-0526-9051-B9E7-E0B1664DBAFE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98B86DA2-E1A2-65E4-9AA3-BD6B961C88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3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789A3000-3507-4D04-0F99-FBCA0D5E170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41642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F603C62-FC46-260C-7265-E322EF365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59" y="245918"/>
            <a:ext cx="2810464" cy="3122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C3F088-3462-F70C-64CD-CEE709FF19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64" y="668999"/>
            <a:ext cx="1829483" cy="29729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6D7163-1978-686F-CAE7-1102CEE991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159" y="3642714"/>
            <a:ext cx="2720567" cy="29729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FDCD12-2ACE-C1AB-4E3F-C568244650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7928" y="88283"/>
            <a:ext cx="4387317" cy="4702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908E78-0FBC-6937-27F6-3AD1E8A0CE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553" y="597376"/>
            <a:ext cx="1762982" cy="48791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7A8B71-2795-FE26-D830-0BB26C3AF3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3062" y="5454847"/>
            <a:ext cx="1773582" cy="112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16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C7B747D-D142-712D-65C6-2C3581E76F34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9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4BA3F796-EB34-015C-9DF9-8A925CA82A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5403C9D6-E875-1D26-BDBB-6814085AA00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D6C73E-80B9-2E46-90B3-59627CB991BF}"/>
              </a:ext>
            </a:extLst>
          </p:cNvPr>
          <p:cNvCxnSpPr>
            <a:cxnSpLocks/>
          </p:cNvCxnSpPr>
          <p:nvPr/>
        </p:nvCxnSpPr>
        <p:spPr>
          <a:xfrm>
            <a:off x="4953000" y="0"/>
            <a:ext cx="20320" cy="685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0E565A-3408-DD45-8F66-F910A8EC75A2}"/>
              </a:ext>
            </a:extLst>
          </p:cNvPr>
          <p:cNvCxnSpPr/>
          <p:nvPr/>
        </p:nvCxnSpPr>
        <p:spPr>
          <a:xfrm>
            <a:off x="293476" y="-76200"/>
            <a:ext cx="43631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6705D94C-D4E5-C0F0-2303-E9CA4A438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31" y="171867"/>
            <a:ext cx="4152972" cy="4737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C7EDFF-8281-AD0F-F6A4-069D43210D2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728"/>
          <a:stretch/>
        </p:blipFill>
        <p:spPr>
          <a:xfrm>
            <a:off x="5360999" y="163771"/>
            <a:ext cx="3413354" cy="5763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5E696F-EE9B-1411-4CEE-4DB9E9273C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5430" y="5836516"/>
            <a:ext cx="2648026" cy="8343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0FEA68-0442-EA4F-D30A-C4A4D96CBA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463" y="838405"/>
            <a:ext cx="3482335" cy="44738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1CC773-1432-49DE-B3DF-1AA6FF5D99A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9309"/>
          <a:stretch/>
        </p:blipFill>
        <p:spPr>
          <a:xfrm>
            <a:off x="384651" y="5280717"/>
            <a:ext cx="3413354" cy="69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435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2208B9-092F-CDA9-A228-303714C3E61B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4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7BCACB0-2EE5-3C1B-8DF9-300A7D092B6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A4F7211-8727-C34C-7379-A4A54F54D4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D6C73E-80B9-2E46-90B3-59627CB991BF}"/>
              </a:ext>
            </a:extLst>
          </p:cNvPr>
          <p:cNvCxnSpPr>
            <a:cxnSpLocks/>
          </p:cNvCxnSpPr>
          <p:nvPr/>
        </p:nvCxnSpPr>
        <p:spPr>
          <a:xfrm>
            <a:off x="4953000" y="0"/>
            <a:ext cx="20320" cy="685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0E565A-3408-DD45-8F66-F910A8EC75A2}"/>
              </a:ext>
            </a:extLst>
          </p:cNvPr>
          <p:cNvCxnSpPr/>
          <p:nvPr/>
        </p:nvCxnSpPr>
        <p:spPr>
          <a:xfrm>
            <a:off x="293476" y="-76200"/>
            <a:ext cx="43631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0464E809-B37B-6B45-B258-41956C542C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83"/>
          <a:stretch/>
        </p:blipFill>
        <p:spPr>
          <a:xfrm>
            <a:off x="493566" y="191388"/>
            <a:ext cx="4420676" cy="595418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2C3AE239-441E-7E47-9423-79C21F049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83" y="818706"/>
            <a:ext cx="4393314" cy="5897724"/>
          </a:xfrm>
          <a:prstGeom prst="rect">
            <a:avLst/>
          </a:prstGeom>
        </p:spPr>
      </p:pic>
      <p:pic>
        <p:nvPicPr>
          <p:cNvPr id="8" name="Picture 7" descr="Text, letter&#10;&#10;Description automatically generated">
            <a:extLst>
              <a:ext uri="{FF2B5EF4-FFF2-40B4-BE49-F238E27FC236}">
                <a16:creationId xmlns:a16="http://schemas.microsoft.com/office/drawing/2014/main" id="{35B03D6F-5AC6-D541-B658-0366EEA00AB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795"/>
          <a:stretch/>
        </p:blipFill>
        <p:spPr>
          <a:xfrm>
            <a:off x="5654186" y="818706"/>
            <a:ext cx="3630496" cy="552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359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74A7828-9B17-8AE9-FB7D-AFA75A493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776" y="126322"/>
            <a:ext cx="4387317" cy="4589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733112-967E-874E-1CC4-480AC702ED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412"/>
          <a:stretch/>
        </p:blipFill>
        <p:spPr>
          <a:xfrm>
            <a:off x="5417776" y="826475"/>
            <a:ext cx="2140659" cy="502825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07D2FC-4C54-9ACF-B25A-477F68FCCA11}"/>
              </a:ext>
            </a:extLst>
          </p:cNvPr>
          <p:cNvCxnSpPr/>
          <p:nvPr/>
        </p:nvCxnSpPr>
        <p:spPr>
          <a:xfrm>
            <a:off x="7611434" y="4254366"/>
            <a:ext cx="0" cy="1600360"/>
          </a:xfrm>
          <a:prstGeom prst="line">
            <a:avLst/>
          </a:prstGeom>
          <a:ln w="9525" cap="flat" cmpd="sng" algn="ctr">
            <a:solidFill>
              <a:schemeClr val="bg1">
                <a:lumMod val="8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BBD6A17-472A-11A5-AE1E-880C9F7F6D6F}"/>
              </a:ext>
            </a:extLst>
          </p:cNvPr>
          <p:cNvSpPr txBox="1"/>
          <p:nvPr/>
        </p:nvSpPr>
        <p:spPr>
          <a:xfrm flipH="1">
            <a:off x="7611434" y="4954518"/>
            <a:ext cx="6545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700" dirty="0">
                <a:solidFill>
                  <a:schemeClr val="bg2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AD6840-F052-CE9D-FACF-785C48C18F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756" y="89679"/>
            <a:ext cx="4387317" cy="4702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5399A4-61EA-C448-5852-A31C4E6FE7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878" y="612824"/>
            <a:ext cx="2194968" cy="46841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E20382-CC12-4FBF-B58A-FF3DC2CA2D0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84317"/>
          <a:stretch/>
        </p:blipFill>
        <p:spPr>
          <a:xfrm>
            <a:off x="446472" y="5294904"/>
            <a:ext cx="2073940" cy="3747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FC22E4-E3CF-D439-B05B-2073859C35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2556" y="1804613"/>
            <a:ext cx="1843952" cy="42582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3D49D8-DEBE-9A8A-C446-B49167F699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8092" y="6029389"/>
            <a:ext cx="1498284" cy="6150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3DD8329-D902-A728-DC8C-81B499AF968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8192" b="39522"/>
          <a:stretch/>
        </p:blipFill>
        <p:spPr>
          <a:xfrm>
            <a:off x="437662" y="5769468"/>
            <a:ext cx="2073940" cy="10103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BF628DE-F73E-F7DC-9338-71E8B5667E4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9097" r="12926" b="-1"/>
          <a:stretch/>
        </p:blipFill>
        <p:spPr>
          <a:xfrm>
            <a:off x="3075762" y="609830"/>
            <a:ext cx="1805866" cy="97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0238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82188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22251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0E565A-3408-DD45-8F66-F910A8EC75A2}"/>
              </a:ext>
            </a:extLst>
          </p:cNvPr>
          <p:cNvCxnSpPr/>
          <p:nvPr/>
        </p:nvCxnSpPr>
        <p:spPr>
          <a:xfrm>
            <a:off x="293476" y="-76200"/>
            <a:ext cx="43631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076" name="Picture 4" descr="Portugal flag circle 3D cartoon style. 33858408 PNG">
            <a:extLst>
              <a:ext uri="{FF2B5EF4-FFF2-40B4-BE49-F238E27FC236}">
                <a16:creationId xmlns:a16="http://schemas.microsoft.com/office/drawing/2014/main" id="{0EDDF40B-EFAA-E49A-C734-2766A67A2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116" y="595116"/>
            <a:ext cx="5667768" cy="566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26999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E4E49AA-9A77-D750-4534-74EE7179C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73" y="115902"/>
            <a:ext cx="2724178" cy="431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A3C029-34C7-153E-E7B0-816E07575C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073" y="567358"/>
            <a:ext cx="3331686" cy="3936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A4DC97-5CD0-41F7-8408-E2BA48B257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073" y="4496286"/>
            <a:ext cx="3331686" cy="235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3233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D8E74C9-BF3E-C11C-20F5-DD6D4899E9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2" r="7268" b="94795"/>
          <a:stretch/>
        </p:blipFill>
        <p:spPr>
          <a:xfrm>
            <a:off x="473886" y="6241328"/>
            <a:ext cx="2138534" cy="3508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200F86-CC8F-8533-9286-BE2885F96B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54" r="7268" b="77261"/>
          <a:stretch/>
        </p:blipFill>
        <p:spPr>
          <a:xfrm>
            <a:off x="5430745" y="10626"/>
            <a:ext cx="2138534" cy="127205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0E565A-3408-DD45-8F66-F910A8EC75A2}"/>
              </a:ext>
            </a:extLst>
          </p:cNvPr>
          <p:cNvCxnSpPr/>
          <p:nvPr/>
        </p:nvCxnSpPr>
        <p:spPr>
          <a:xfrm>
            <a:off x="293476" y="-76200"/>
            <a:ext cx="43631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50348E9-6E79-26C1-4523-E71074FE0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468" y="170712"/>
            <a:ext cx="4363191" cy="4533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190059-8CDD-B72F-0FB0-AC9C369634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39" y="656816"/>
            <a:ext cx="2430287" cy="5626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2B70AA-1B90-5A3D-23A8-BF2270947D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474" b="29809"/>
          <a:stretch/>
        </p:blipFill>
        <p:spPr>
          <a:xfrm>
            <a:off x="5453274" y="3223157"/>
            <a:ext cx="2306136" cy="1579927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2D9F4BF-8778-67C8-C8A3-959338ADFD71}"/>
              </a:ext>
            </a:extLst>
          </p:cNvPr>
          <p:cNvGrpSpPr/>
          <p:nvPr/>
        </p:nvGrpSpPr>
        <p:grpSpPr>
          <a:xfrm>
            <a:off x="7767466" y="-10636"/>
            <a:ext cx="2138534" cy="4061637"/>
            <a:chOff x="7941250" y="3083445"/>
            <a:chExt cx="1964750" cy="376355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303BD9B-B25A-C03F-1AEF-1B620497C9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96341" r="15264"/>
            <a:stretch/>
          </p:blipFill>
          <p:spPr>
            <a:xfrm>
              <a:off x="7951883" y="3083445"/>
              <a:ext cx="1954117" cy="26617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70B114C-0DF8-42BB-EB5A-3E99D5085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41250" y="3253926"/>
              <a:ext cx="1962693" cy="3593077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787532D5-FB7E-7A9D-03D0-ED68D36624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325" r="35366" b="50871"/>
          <a:stretch/>
        </p:blipFill>
        <p:spPr>
          <a:xfrm>
            <a:off x="5430745" y="1273194"/>
            <a:ext cx="1490541" cy="19499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B73B28-D021-91D4-6CEA-0567B2C00B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9302" r="15264" b="3893"/>
          <a:stretch/>
        </p:blipFill>
        <p:spPr>
          <a:xfrm>
            <a:off x="5447561" y="4803084"/>
            <a:ext cx="1954117" cy="194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0882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BFDE5ED-6D64-CBB6-6E95-27E4BD8DF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10" y="171286"/>
            <a:ext cx="2670764" cy="3872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07C854-40BA-DD91-DC80-DF51B2710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10" y="689172"/>
            <a:ext cx="2480273" cy="46841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5DC818-6123-9990-6A82-1678642D94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810" y="5330421"/>
            <a:ext cx="2471252" cy="14263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0F0938-67FA-A1C0-4CD0-05078DE4F9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5050" y="727969"/>
            <a:ext cx="1720144" cy="43199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8ED364-4D17-73A9-F431-083D606501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5050" y="4966298"/>
            <a:ext cx="1393876" cy="183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149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ACBE143-6BD7-8977-B85F-A3961EFD9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77" y="355925"/>
            <a:ext cx="4072396" cy="2728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A6E7EA-7D6B-51C1-4892-10FC02207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77" y="734312"/>
            <a:ext cx="2609273" cy="55418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0D930E-3BDF-EFAD-8474-6E8FC49C8ED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620"/>
          <a:stretch/>
        </p:blipFill>
        <p:spPr>
          <a:xfrm>
            <a:off x="7915640" y="2099494"/>
            <a:ext cx="1801969" cy="43767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50DFDD-A0E4-A867-3A94-BDAEA1D6D7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8701" y="116949"/>
            <a:ext cx="4423468" cy="4636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48CA71-15B1-9749-5CE6-BBBE96E564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8845" y="731625"/>
            <a:ext cx="2078182" cy="56047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B28008-E05C-E212-3757-BF38962FCC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5640" y="724535"/>
            <a:ext cx="1689835" cy="137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912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A272D01-9C65-E4FC-7425-988B9C646A4B}"/>
              </a:ext>
            </a:extLst>
          </p:cNvPr>
          <p:cNvSpPr txBox="1"/>
          <p:nvPr/>
        </p:nvSpPr>
        <p:spPr>
          <a:xfrm>
            <a:off x="609434" y="233370"/>
            <a:ext cx="1494320" cy="2308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pt-PT" sz="9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Desfado - Ana Moura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EEEC26-D7AA-6DA4-95ED-4FC2EEEA4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58" y="604549"/>
            <a:ext cx="2723119" cy="46841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6BFDE0C-D58D-E392-B4A5-292DB6FD5B7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58" t="22469" r="43653"/>
          <a:stretch/>
        </p:blipFill>
        <p:spPr>
          <a:xfrm>
            <a:off x="3394808" y="601854"/>
            <a:ext cx="1443835" cy="42594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85C1F58-3ADC-C3C4-94B3-FB00E05F884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374"/>
          <a:stretch/>
        </p:blipFill>
        <p:spPr>
          <a:xfrm>
            <a:off x="3401627" y="4822012"/>
            <a:ext cx="1526672" cy="16174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840B1D7-906C-E2D0-3BE8-8966F196EA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58" b="77837"/>
          <a:stretch/>
        </p:blipFill>
        <p:spPr>
          <a:xfrm>
            <a:off x="496058" y="5232500"/>
            <a:ext cx="2585853" cy="12175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329F64-5D9F-952E-DE7E-CDBEEF22053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6551" r="57737" b="39380"/>
          <a:stretch/>
        </p:blipFill>
        <p:spPr>
          <a:xfrm>
            <a:off x="5269157" y="106243"/>
            <a:ext cx="3137710" cy="56807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8DB6B8-13CC-FB7F-C2D3-F80665C0E2D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8883" t="7744" r="28431" b="39380"/>
          <a:stretch/>
        </p:blipFill>
        <p:spPr>
          <a:xfrm>
            <a:off x="8185993" y="561662"/>
            <a:ext cx="1684269" cy="555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1984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F86FE37-72D2-3DBD-82A3-837A463106E9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6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76CD5F58-BAC3-4DC2-0F4E-7F5C3B60250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2BE0462E-A988-A040-3563-B2F80E2AFA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D6C73E-80B9-2E46-90B3-59627CB991BF}"/>
              </a:ext>
            </a:extLst>
          </p:cNvPr>
          <p:cNvCxnSpPr>
            <a:cxnSpLocks/>
          </p:cNvCxnSpPr>
          <p:nvPr/>
        </p:nvCxnSpPr>
        <p:spPr>
          <a:xfrm>
            <a:off x="4953000" y="0"/>
            <a:ext cx="20320" cy="685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FE43865C-56D9-F66E-6676-546611B5D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86" y="112455"/>
            <a:ext cx="3182955" cy="2580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CFA7F7-0F49-2A00-D2B4-90773872FA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94830"/>
          <a:stretch/>
        </p:blipFill>
        <p:spPr>
          <a:xfrm>
            <a:off x="524978" y="3497054"/>
            <a:ext cx="2446145" cy="1852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1FBFCA-6487-5D05-4458-572673344C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844" b="41902"/>
          <a:stretch/>
        </p:blipFill>
        <p:spPr>
          <a:xfrm>
            <a:off x="541886" y="3805016"/>
            <a:ext cx="2446145" cy="16929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9CCAB62-71EF-8C04-95D2-F8510447CA9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199" b="38162"/>
          <a:stretch/>
        </p:blipFill>
        <p:spPr>
          <a:xfrm>
            <a:off x="565170" y="486879"/>
            <a:ext cx="2021105" cy="18041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911DB29-F130-66F3-7841-590CE142BC2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9289"/>
          <a:stretch/>
        </p:blipFill>
        <p:spPr>
          <a:xfrm>
            <a:off x="551243" y="2407369"/>
            <a:ext cx="2021105" cy="11161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5F1E0B-67B1-1C88-9BB8-B1DC54A087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4323"/>
          <a:stretch/>
        </p:blipFill>
        <p:spPr>
          <a:xfrm>
            <a:off x="524977" y="5535580"/>
            <a:ext cx="2446145" cy="127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0078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CEBB0C4-B711-42F2-F2C6-AD00244B3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999" y="258862"/>
            <a:ext cx="4195103" cy="2405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4332D6-CC5E-B08E-B08B-93B260BA0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3136" y="738153"/>
            <a:ext cx="2192775" cy="42013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C42361-B446-56AC-C056-110A81F5B21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4096" b="4424"/>
          <a:stretch/>
        </p:blipFill>
        <p:spPr>
          <a:xfrm>
            <a:off x="7795238" y="738153"/>
            <a:ext cx="2017352" cy="26908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875A08-A19D-3259-30C9-3C6C40C68A2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6415"/>
          <a:stretch/>
        </p:blipFill>
        <p:spPr>
          <a:xfrm>
            <a:off x="5439770" y="4846861"/>
            <a:ext cx="2017352" cy="14699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561104-889D-AE94-116D-6114286767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945" y="262031"/>
            <a:ext cx="3287549" cy="2342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4D9E3E-A6F1-ABB6-DFED-D0B75571023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346"/>
          <a:stretch/>
        </p:blipFill>
        <p:spPr>
          <a:xfrm>
            <a:off x="613433" y="676158"/>
            <a:ext cx="2547081" cy="25643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519F69-7DEA-5E46-7BB1-6D01A304A6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897" y="3358762"/>
            <a:ext cx="2665368" cy="282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6112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9835" y="8063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7851456-1A73-F83E-D901-C4E0DAD15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52" y="51761"/>
            <a:ext cx="2380752" cy="2314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134403-DAFA-7703-2E60-457063975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625" y="253835"/>
            <a:ext cx="2656555" cy="29993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654073-9398-4B43-9D7A-300A7E1258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741" y="3239385"/>
            <a:ext cx="2699401" cy="36063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904B9C-492E-5822-CECB-84543BE22F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6583" y="104843"/>
            <a:ext cx="2211939" cy="2081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099851-BE71-4491-40C1-F4C19F9600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6921" y="411040"/>
            <a:ext cx="2302625" cy="39428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BBFD06-E6CF-C2CA-9153-69B1E69F8B0F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53377"/>
          <a:stretch/>
        </p:blipFill>
        <p:spPr>
          <a:xfrm>
            <a:off x="5406921" y="4353890"/>
            <a:ext cx="2152796" cy="19485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89AABE-332C-AEBC-E0F7-C0BE4D193C5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46269"/>
          <a:stretch/>
        </p:blipFill>
        <p:spPr>
          <a:xfrm>
            <a:off x="7630890" y="4497598"/>
            <a:ext cx="2152888" cy="224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5049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C500E3A-7E9C-C3D8-1D1F-D19DA0A5A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78" y="312781"/>
            <a:ext cx="1892568" cy="3441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621A5D-C3A0-2217-30B7-C10EA7E8F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613" y="1957614"/>
            <a:ext cx="3512722" cy="17778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936274-C130-FAFA-19B4-CFE0CB6450B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932"/>
          <a:stretch/>
        </p:blipFill>
        <p:spPr>
          <a:xfrm>
            <a:off x="599606" y="760376"/>
            <a:ext cx="2867527" cy="12876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DDF261-6799-262C-2A43-CA1A35C4F5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1416" y="123273"/>
            <a:ext cx="3555734" cy="3010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6456EB7-46BE-D184-16F0-8CEAA4F666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2380" y="514545"/>
            <a:ext cx="2194591" cy="38739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35B541-FEF0-CBFA-D248-46606CEC92F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" b="45428"/>
          <a:stretch/>
        </p:blipFill>
        <p:spPr>
          <a:xfrm>
            <a:off x="5421416" y="4358331"/>
            <a:ext cx="2175507" cy="236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8130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2E7A3629-607F-C62D-66E0-06E15BFB0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039" y="226027"/>
            <a:ext cx="3907005" cy="2509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D2D0D1-CCC5-AF08-BF8A-ACFEAA626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7822" y="625333"/>
            <a:ext cx="2010157" cy="47366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C807D2-7074-A13C-D28E-4D0F8F0217B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023"/>
          <a:stretch/>
        </p:blipFill>
        <p:spPr>
          <a:xfrm>
            <a:off x="5527631" y="5265401"/>
            <a:ext cx="1764233" cy="14469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C89195-A21E-0D56-30A1-88B956BD5E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6952" y="625333"/>
            <a:ext cx="1529002" cy="33894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18E678-A6BB-08E3-B25D-4692A83603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985" y="189257"/>
            <a:ext cx="2724178" cy="1986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5F0D5F6-7824-3F82-02E2-57E0282C67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998" y="516449"/>
            <a:ext cx="1878760" cy="53738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8D3C2E1-271C-DD96-2D40-178F249AE4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474" y="5910430"/>
            <a:ext cx="2036198" cy="4933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88583AE-578B-EC90-7B40-D12AF35A77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46708" y="497322"/>
            <a:ext cx="2072841" cy="56677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269E86E-0EE4-AF37-A7FA-49081AF9CC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03975" y="6114277"/>
            <a:ext cx="829175" cy="32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631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BBD9AC2-D5FA-1181-B054-2CFB2CCD8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39" y="80384"/>
            <a:ext cx="2473243" cy="2652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3E4F35-16F6-3706-1521-4E92BCC0E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90" y="358412"/>
            <a:ext cx="1668843" cy="47756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085ECF-BA95-DDDD-DDF1-4A95303F21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039" y="5165919"/>
            <a:ext cx="1448431" cy="6822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D0AF98-34FB-2F4A-91E4-94A53795F6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133" y="5812965"/>
            <a:ext cx="1458925" cy="9761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B15A89B-3337-B5CB-D9D3-9756F0786C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4282" y="500685"/>
            <a:ext cx="1668843" cy="49435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1B54EF-D5EA-233A-41C6-0727A4DC25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7096" y="342971"/>
            <a:ext cx="3225969" cy="3154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A8B8DC-C6A2-43DE-99B0-125CD8D7CF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7248" y="889928"/>
            <a:ext cx="2237962" cy="37125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745393-855D-A96E-43D5-86B58CF991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00054" y="962776"/>
            <a:ext cx="2194591" cy="416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1313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BBB58BB-5324-7E39-DEBE-D1D32F15B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32" y="171110"/>
            <a:ext cx="3721262" cy="2767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5B44B6-4266-F152-7EDD-E3BE2EE8D4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470" b="59976"/>
          <a:stretch/>
        </p:blipFill>
        <p:spPr>
          <a:xfrm>
            <a:off x="469632" y="472271"/>
            <a:ext cx="1955654" cy="11354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37DD72-DBE7-42C0-BDB9-1BE4998D5E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07" y="3306649"/>
            <a:ext cx="2144911" cy="35406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B998B1-B642-3195-2532-FC31564BBE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6317"/>
          <a:stretch/>
        </p:blipFill>
        <p:spPr>
          <a:xfrm>
            <a:off x="469632" y="1612279"/>
            <a:ext cx="1955654" cy="17144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573C48-2518-789E-7F83-5843E1B03E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0929" y="171110"/>
            <a:ext cx="2782805" cy="2802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E38F5C-8B93-F66E-F08E-B056FC326CF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27973"/>
          <a:stretch/>
        </p:blipFill>
        <p:spPr>
          <a:xfrm>
            <a:off x="5357372" y="471831"/>
            <a:ext cx="1502276" cy="54335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65E2DE-9323-02B6-CD2A-49CCE700C46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2288"/>
          <a:stretch/>
        </p:blipFill>
        <p:spPr>
          <a:xfrm>
            <a:off x="7032111" y="2607169"/>
            <a:ext cx="696544" cy="6712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784A57-DA46-649D-4027-67EEFA6834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0155" y="4342511"/>
            <a:ext cx="715627" cy="6297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873EC3-4160-8510-BB42-9973A4ADBDD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44027"/>
          <a:stretch/>
        </p:blipFill>
        <p:spPr>
          <a:xfrm>
            <a:off x="8661486" y="287974"/>
            <a:ext cx="1243873" cy="40545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2C2BEDC-32F7-D636-32D1-EC327A4D4BC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71300"/>
          <a:stretch/>
        </p:blipFill>
        <p:spPr>
          <a:xfrm>
            <a:off x="6994914" y="471831"/>
            <a:ext cx="1502276" cy="216504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BA9437-2B96-6B7B-88B2-A512A1A9EB4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b="56429"/>
          <a:stretch/>
        </p:blipFill>
        <p:spPr>
          <a:xfrm>
            <a:off x="7036729" y="3312574"/>
            <a:ext cx="1243873" cy="315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8593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78AA36C-33F6-E57F-D278-E796D3369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93" y="213902"/>
            <a:ext cx="3201240" cy="3043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38C31E-FDC4-D88B-E8B6-0BE604D6D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32" y="661011"/>
            <a:ext cx="2304691" cy="49576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68D941-1B3A-923A-D6EB-8DDA7FFB4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193" y="5585017"/>
            <a:ext cx="2171533" cy="6760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C7CF03-51E3-650F-D477-D201CF2EAF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1373" y="683328"/>
            <a:ext cx="2120317" cy="47220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D19A02-9DE5-49BE-148E-BAB1B1D295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2024" y="146880"/>
            <a:ext cx="2535748" cy="2192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322D94-17BF-899A-BAF9-02A28433FE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5299" y="518282"/>
            <a:ext cx="1991412" cy="58576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D51B90-854E-BF46-66A6-8E6E627E7CD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6435"/>
          <a:stretch/>
        </p:blipFill>
        <p:spPr>
          <a:xfrm>
            <a:off x="8203080" y="518282"/>
            <a:ext cx="1554364" cy="60288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D53D41-9408-6034-6023-357CE7C86F7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315" b="93391"/>
          <a:stretch/>
        </p:blipFill>
        <p:spPr>
          <a:xfrm>
            <a:off x="5435299" y="6395152"/>
            <a:ext cx="1554364" cy="40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4062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DE19664-C2D1-BE5B-091C-F4AD83E7E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24" y="285661"/>
            <a:ext cx="3966508" cy="3311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05B346-E6FB-E8AB-51BB-D0E8AC478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13" y="928796"/>
            <a:ext cx="2262909" cy="40870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1EE628-DFDC-B18A-4ACA-62E41670EC3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984" b="-1"/>
          <a:stretch/>
        </p:blipFill>
        <p:spPr>
          <a:xfrm>
            <a:off x="533553" y="5041175"/>
            <a:ext cx="1639455" cy="8522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4C4F91-DF50-2C8F-835E-BF68F56BAD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8073" y="928796"/>
            <a:ext cx="1743364" cy="33712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0BE9D3-77FF-F4AF-1588-36046FDD8D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1245" y="380289"/>
            <a:ext cx="3532795" cy="2365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814ED2-49AB-4BFD-B414-9845FAA256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9670" y="846372"/>
            <a:ext cx="2619630" cy="9628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9E4A96-FE14-6414-911E-298F7163A4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1245" y="1751341"/>
            <a:ext cx="3391641" cy="17261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0168AD-685A-D6D5-23A2-6A611AE0F8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5554" y="3761721"/>
            <a:ext cx="2724178" cy="2082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660BAD-C7B5-B056-237B-E713DC71BA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47037" y="3970016"/>
            <a:ext cx="2788671" cy="284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6368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2047ABF-69E7-E534-EA84-99CC4CB49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75" y="185294"/>
            <a:ext cx="3271588" cy="195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2C1CE9-0D24-FBBF-0478-4502517BFB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28" y="477097"/>
            <a:ext cx="2267439" cy="30824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3F1F53-A27C-C047-E45C-90A9D70B6C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675" y="3530092"/>
            <a:ext cx="2222000" cy="33092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8AF0AE-296B-FD23-56F0-8F99E344F7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4006" y="144237"/>
            <a:ext cx="4122070" cy="2365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947A55-E971-7307-7A3E-3E4F06AEEA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9332" y="380808"/>
            <a:ext cx="1822059" cy="46841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88BC64-F586-214B-7AFE-DCAB93E18D2F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7206"/>
          <a:stretch/>
        </p:blipFill>
        <p:spPr>
          <a:xfrm>
            <a:off x="8064800" y="1425676"/>
            <a:ext cx="1688800" cy="42925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1B39E5-2376-0DC0-B6B1-73A9392365A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83648"/>
          <a:stretch/>
        </p:blipFill>
        <p:spPr>
          <a:xfrm>
            <a:off x="5526465" y="5064913"/>
            <a:ext cx="1688800" cy="8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3886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A597466-9054-A1CC-45CC-71128D44C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36" y="210575"/>
            <a:ext cx="3927078" cy="2602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0395B6-3D11-5204-5719-5A9B83D5E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7099" y="616958"/>
            <a:ext cx="1858819" cy="60498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0DC859-B7AB-0843-E523-18B4A238F9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869" y="591802"/>
            <a:ext cx="1805218" cy="50612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A1A833-5764-CDBC-C046-D0BCB18AC4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5163" y="210575"/>
            <a:ext cx="3864645" cy="2215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9EBDEF-50AF-5388-548A-17F6EC4F21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5163" y="539946"/>
            <a:ext cx="1466741" cy="39901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20F1A5-F964-F278-3020-D7FD505A2DE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5948"/>
          <a:stretch/>
        </p:blipFill>
        <p:spPr>
          <a:xfrm>
            <a:off x="8001645" y="661816"/>
            <a:ext cx="1537713" cy="39901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4650F0-7FAD-B5DB-550A-DABF39F07D2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94255"/>
          <a:stretch/>
        </p:blipFill>
        <p:spPr>
          <a:xfrm>
            <a:off x="5485163" y="4530111"/>
            <a:ext cx="1537713" cy="24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1345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894470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0E565A-3408-DD45-8F66-F910A8EC75A2}"/>
              </a:ext>
            </a:extLst>
          </p:cNvPr>
          <p:cNvCxnSpPr/>
          <p:nvPr/>
        </p:nvCxnSpPr>
        <p:spPr>
          <a:xfrm>
            <a:off x="293476" y="-76200"/>
            <a:ext cx="43631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6" name="Picture 2" descr="Walt Disney Logo: valor, história, PNG">
            <a:extLst>
              <a:ext uri="{FF2B5EF4-FFF2-40B4-BE49-F238E27FC236}">
                <a16:creationId xmlns:a16="http://schemas.microsoft.com/office/drawing/2014/main" id="{864C412C-AFFA-749A-A87C-7390F9DC3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2938"/>
            <a:ext cx="9906000" cy="557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81082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6689D72-51D6-996D-0A0F-83DF42138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894" y="112884"/>
            <a:ext cx="4387317" cy="4625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753038-D831-4891-F3CB-6B9E478BC3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5746"/>
          <a:stretch/>
        </p:blipFill>
        <p:spPr>
          <a:xfrm>
            <a:off x="5431567" y="911209"/>
            <a:ext cx="1841296" cy="50923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6948F2-E336-3D0D-DE17-6EF68EAA61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609" y="2636489"/>
            <a:ext cx="1484748" cy="27165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E274A6-23BC-F33A-6534-A7A575B4AC1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6197"/>
          <a:stretch/>
        </p:blipFill>
        <p:spPr>
          <a:xfrm>
            <a:off x="7964915" y="951401"/>
            <a:ext cx="1841296" cy="16323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751072-5A56-4AF2-1E80-0F266F28CE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807" y="49584"/>
            <a:ext cx="4530132" cy="5073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2BDD08-E2AE-7B31-CCAC-3954BE797E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858" y="810201"/>
            <a:ext cx="2739105" cy="566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5868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ADCCF94-E89C-3726-E03A-82A8FAF9E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02" y="63227"/>
            <a:ext cx="4499547" cy="5349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47C1FB-9C6B-01F3-B9CA-BF753A4D5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81" y="840332"/>
            <a:ext cx="2615757" cy="5016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70D0A9-58E6-A84D-533F-F201B1A5D48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867"/>
          <a:stretch/>
        </p:blipFill>
        <p:spPr>
          <a:xfrm>
            <a:off x="2587444" y="848609"/>
            <a:ext cx="2294528" cy="20925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E2898C-9093-1B75-C34E-F64A30B83C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624" y="109290"/>
            <a:ext cx="4274050" cy="4889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855889-17E3-93B9-E470-0735DE5D7D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6909" y="703374"/>
            <a:ext cx="2435087" cy="46841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E6E843-2975-CB33-3889-938E621098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4730" y="5511352"/>
            <a:ext cx="1450970" cy="3390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A7EC794-D2E7-9950-EBAC-7704F5CB58C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39641"/>
          <a:stretch/>
        </p:blipFill>
        <p:spPr>
          <a:xfrm>
            <a:off x="7984432" y="1155561"/>
            <a:ext cx="1908341" cy="9947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7A9CEC5-F95C-1317-6192-35F1A09E0F25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" r="1882"/>
          <a:stretch/>
        </p:blipFill>
        <p:spPr>
          <a:xfrm>
            <a:off x="7483890" y="2155037"/>
            <a:ext cx="2435088" cy="46841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91ACC5-4528-DBA7-C269-566E0937C16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61680"/>
          <a:stretch/>
        </p:blipFill>
        <p:spPr>
          <a:xfrm>
            <a:off x="5417101" y="5824977"/>
            <a:ext cx="1908341" cy="63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507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8FD2935-6167-EEF5-217B-8D7E77F25302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6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440DB79B-5AA0-541D-56B2-DCC9C30960E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4705F483-E454-9FDF-97BF-48DAD14BAC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D6C73E-80B9-2E46-90B3-59627CB991BF}"/>
              </a:ext>
            </a:extLst>
          </p:cNvPr>
          <p:cNvCxnSpPr>
            <a:cxnSpLocks/>
          </p:cNvCxnSpPr>
          <p:nvPr/>
        </p:nvCxnSpPr>
        <p:spPr>
          <a:xfrm>
            <a:off x="4953000" y="0"/>
            <a:ext cx="20320" cy="685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0E565A-3408-DD45-8F66-F910A8EC75A2}"/>
              </a:ext>
            </a:extLst>
          </p:cNvPr>
          <p:cNvCxnSpPr/>
          <p:nvPr/>
        </p:nvCxnSpPr>
        <p:spPr>
          <a:xfrm>
            <a:off x="293476" y="-76200"/>
            <a:ext cx="43631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6B9C5B89-B4F7-F943-A328-CAA4902CC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87" y="150735"/>
            <a:ext cx="4377667" cy="45419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C1364FD-D7E9-D5ED-3A69-CD4D57272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394" y="2398008"/>
            <a:ext cx="3348182" cy="363157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30EDD9D-C8A1-5762-F2E9-DB0D3B832CA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9779"/>
          <a:stretch/>
        </p:blipFill>
        <p:spPr>
          <a:xfrm>
            <a:off x="491467" y="831864"/>
            <a:ext cx="3358677" cy="392100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C81022B-15EA-0CBE-3DBC-243EEF21AB6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0191"/>
          <a:stretch/>
        </p:blipFill>
        <p:spPr>
          <a:xfrm>
            <a:off x="5466899" y="783771"/>
            <a:ext cx="3358677" cy="166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3291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0E565A-3408-DD45-8F66-F910A8EC75A2}"/>
              </a:ext>
            </a:extLst>
          </p:cNvPr>
          <p:cNvCxnSpPr/>
          <p:nvPr/>
        </p:nvCxnSpPr>
        <p:spPr>
          <a:xfrm>
            <a:off x="293476" y="-76200"/>
            <a:ext cx="43631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E11CE474-EB42-B73F-1D4A-F02BB85E3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34" y="94646"/>
            <a:ext cx="4397955" cy="5003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85284A-B3D7-2C96-AD1B-A6F3C3654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29" y="748855"/>
            <a:ext cx="2301601" cy="23591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3B2F8F-2A70-2F4B-4AEE-F886DA7483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161" y="3107099"/>
            <a:ext cx="1964582" cy="34524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D9400E-7C7D-406A-B861-CF600B0368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6836" y="790464"/>
            <a:ext cx="1964582" cy="46027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0E5B60-80EC-B411-7E85-953FFEAC9E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7986" y="100301"/>
            <a:ext cx="4377306" cy="4946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859009-F9A5-62DB-B00B-5027FAD748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6864" y="716976"/>
            <a:ext cx="1974250" cy="303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8416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8FD2935-6167-EEF5-217B-8D7E77F25302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6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440DB79B-5AA0-541D-56B2-DCC9C30960E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4705F483-E454-9FDF-97BF-48DAD14BAC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D6C73E-80B9-2E46-90B3-59627CB991BF}"/>
              </a:ext>
            </a:extLst>
          </p:cNvPr>
          <p:cNvCxnSpPr>
            <a:cxnSpLocks/>
          </p:cNvCxnSpPr>
          <p:nvPr/>
        </p:nvCxnSpPr>
        <p:spPr>
          <a:xfrm>
            <a:off x="4953000" y="0"/>
            <a:ext cx="20320" cy="685800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0E565A-3408-DD45-8F66-F910A8EC75A2}"/>
              </a:ext>
            </a:extLst>
          </p:cNvPr>
          <p:cNvCxnSpPr/>
          <p:nvPr/>
        </p:nvCxnSpPr>
        <p:spPr>
          <a:xfrm>
            <a:off x="293476" y="-76200"/>
            <a:ext cx="43631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D254C760-E9DC-39E8-6392-BC630AB9B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79" y="140113"/>
            <a:ext cx="4363191" cy="4776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DC5B6B-7321-A300-E277-1DC9851E2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51" y="704630"/>
            <a:ext cx="2347258" cy="44655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E45C32-5353-BBF3-F823-B636F1CAE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15" y="5306218"/>
            <a:ext cx="2232757" cy="14694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BF6989-B8EF-1132-8365-0D9005F560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8092" y="804533"/>
            <a:ext cx="1946506" cy="44464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5D974FF-F19E-22A0-8356-36BC5F1E37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6319" y="123316"/>
            <a:ext cx="4387317" cy="4743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255043-7CDB-B843-6788-5783ADA2F7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8094" y="838779"/>
            <a:ext cx="2093779" cy="51525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9737E8-64DC-B367-F185-FB58F0BFDB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3001" y="838779"/>
            <a:ext cx="2150971" cy="51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9411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AE2D7EC-E528-3948-4DAD-B2F42E14F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16" y="92039"/>
            <a:ext cx="4387317" cy="4640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C359E9-0018-5C82-A651-7472D8238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239" y="709900"/>
            <a:ext cx="2010935" cy="46841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CF5325-B78F-52A7-B656-FD72A2458A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0116" y="701338"/>
            <a:ext cx="2137025" cy="3390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71A1C1-4B3C-4051-5FBD-62528011C5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4767" y="1040424"/>
            <a:ext cx="2255310" cy="31069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BB8630-279D-FE64-11F8-0ED8877A8F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6965" y="90826"/>
            <a:ext cx="4258277" cy="4652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343243-5655-135E-2F5B-B1CB7A8DDB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2696" y="701338"/>
            <a:ext cx="2027422" cy="56677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6F1198-5E87-87C0-3F11-162214935A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8917" y="719948"/>
            <a:ext cx="1973686" cy="160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9553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2F68E6D-52AD-0862-9C68-33062715F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16" y="78648"/>
            <a:ext cx="4387317" cy="4707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78AE06-D46F-809F-7A9B-EBB414CFE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063" y="589563"/>
            <a:ext cx="2045375" cy="5369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AC5813-B18D-25D5-E142-1507FA9BC9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16" y="5948623"/>
            <a:ext cx="1713083" cy="8524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E07A82-4D47-B401-4661-8B595BE9E5B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5042"/>
          <a:stretch/>
        </p:blipFill>
        <p:spPr>
          <a:xfrm>
            <a:off x="2634447" y="623871"/>
            <a:ext cx="2308868" cy="57760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E51E27-F4F6-D894-8874-A1DC674378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8077" y="414932"/>
            <a:ext cx="2293502" cy="615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0033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0E565A-3408-DD45-8F66-F910A8EC75A2}"/>
              </a:ext>
            </a:extLst>
          </p:cNvPr>
          <p:cNvCxnSpPr/>
          <p:nvPr/>
        </p:nvCxnSpPr>
        <p:spPr>
          <a:xfrm>
            <a:off x="293476" y="-76200"/>
            <a:ext cx="43631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2" name="Picture 4" descr="Cartoon Tv Set With No Signal Stock Illustration - Download Image Now -  Television Set, Television Industry, Broadcasting - iStock">
            <a:extLst>
              <a:ext uri="{FF2B5EF4-FFF2-40B4-BE49-F238E27FC236}">
                <a16:creationId xmlns:a16="http://schemas.microsoft.com/office/drawing/2014/main" id="{2CCC58AB-E2C6-D95C-018E-D56C42F08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100" y="901700"/>
            <a:ext cx="5511800" cy="505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1792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4466D5D-D30D-7338-F21D-F5F4FCCFF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65" y="128890"/>
            <a:ext cx="4387317" cy="4707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5F4948-BC3D-E005-508F-A18F4CD8092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752" b="65714"/>
          <a:stretch/>
        </p:blipFill>
        <p:spPr>
          <a:xfrm>
            <a:off x="588204" y="708472"/>
            <a:ext cx="2594758" cy="1220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E0DD01-CBAE-1F7C-2E14-6A08EF7E790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5461"/>
          <a:stretch/>
        </p:blipFill>
        <p:spPr>
          <a:xfrm>
            <a:off x="557497" y="3695330"/>
            <a:ext cx="2594758" cy="5628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DFA175-7E7C-AECA-A49C-8EB396B7A3B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7684" b="42365"/>
          <a:stretch/>
        </p:blipFill>
        <p:spPr>
          <a:xfrm>
            <a:off x="568107" y="1971364"/>
            <a:ext cx="2594758" cy="7723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F5A304-CE5A-DDEE-5A79-F41795C53F4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2050" b="18000"/>
          <a:stretch/>
        </p:blipFill>
        <p:spPr>
          <a:xfrm>
            <a:off x="557497" y="2831748"/>
            <a:ext cx="2594758" cy="7723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EB2C43-545B-6E01-2997-B434A7819BD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81522"/>
          <a:stretch/>
        </p:blipFill>
        <p:spPr>
          <a:xfrm>
            <a:off x="546169" y="4333250"/>
            <a:ext cx="2577220" cy="5758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E56112-746A-DA18-128B-AAFCCACDDE3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2520" b="52364"/>
          <a:stretch/>
        </p:blipFill>
        <p:spPr>
          <a:xfrm>
            <a:off x="546169" y="4984202"/>
            <a:ext cx="2577220" cy="7826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690048-CDD4-2351-4DEF-35B2207909E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0850" r="35448"/>
          <a:stretch/>
        </p:blipFill>
        <p:spPr>
          <a:xfrm>
            <a:off x="3245816" y="6221242"/>
            <a:ext cx="1663642" cy="5967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1C59A3-56EA-6580-082E-499465DA1C2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2244" b="23446"/>
          <a:stretch/>
        </p:blipFill>
        <p:spPr>
          <a:xfrm>
            <a:off x="510301" y="5841998"/>
            <a:ext cx="2577220" cy="7576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B4BA9B-43C2-4352-B19F-B1E2011911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3674" y="107677"/>
            <a:ext cx="4387317" cy="4697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1A42AA-ACF4-6998-6420-93372D42E4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0531" y="708051"/>
            <a:ext cx="1794744" cy="52645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313BBB9-9389-964F-8565-66C831F6D5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7338" y="5972628"/>
            <a:ext cx="982979" cy="79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5544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0E565A-3408-DD45-8F66-F910A8EC75A2}"/>
              </a:ext>
            </a:extLst>
          </p:cNvPr>
          <p:cNvCxnSpPr/>
          <p:nvPr/>
        </p:nvCxnSpPr>
        <p:spPr>
          <a:xfrm>
            <a:off x="293476" y="-76200"/>
            <a:ext cx="43631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A401748-8668-0F32-620E-FE18AE72F563}"/>
              </a:ext>
            </a:extLst>
          </p:cNvPr>
          <p:cNvSpPr txBox="1"/>
          <p:nvPr/>
        </p:nvSpPr>
        <p:spPr>
          <a:xfrm>
            <a:off x="1681251" y="2155817"/>
            <a:ext cx="617669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500" dirty="0">
                <a:solidFill>
                  <a:srgbClr val="FF7E79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Cânticos</a:t>
            </a:r>
          </a:p>
        </p:txBody>
      </p:sp>
    </p:spTree>
    <p:extLst>
      <p:ext uri="{BB962C8B-B14F-4D97-AF65-F5344CB8AC3E}">
        <p14:creationId xmlns:p14="http://schemas.microsoft.com/office/powerpoint/2010/main" val="42510770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AA53BFC-36EE-25B2-EB54-F4E3C508F1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865" t="-42564"/>
          <a:stretch/>
        </p:blipFill>
        <p:spPr>
          <a:xfrm>
            <a:off x="493327" y="-19664"/>
            <a:ext cx="2180347" cy="2896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6DB612-9C27-EAD7-E85C-A1A6C737C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91" y="309956"/>
            <a:ext cx="1478065" cy="6234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5FB7EC-C927-B170-7134-A1DA631A7C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3951" y="383239"/>
            <a:ext cx="1498897" cy="62345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5281D4-CB35-E0CA-1552-2AACFC1A71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976" y="6515609"/>
            <a:ext cx="3671455" cy="33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9360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015742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4748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64C164-C617-2414-7D3F-A0BC97CBB491}"/>
              </a:ext>
            </a:extLst>
          </p:cNvPr>
          <p:cNvGrpSpPr/>
          <p:nvPr/>
        </p:nvGrpSpPr>
        <p:grpSpPr>
          <a:xfrm>
            <a:off x="10633" y="-1771"/>
            <a:ext cx="5326084" cy="6858000"/>
            <a:chOff x="10633" y="-1771"/>
            <a:chExt cx="5326084" cy="6858000"/>
          </a:xfrm>
        </p:grpSpPr>
        <p:pic>
          <p:nvPicPr>
            <p:cNvPr id="2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E7457E09-82F1-9471-C95D-5D4FF7AF4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4962687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A5 Size Blank Sheets, Sized and Punched for 6-Ring A5 Notebooks by Filofax,  LV (GM), Kikki K, TMI, and Others. Sheet Size 5.83&quot; x 8.27&quot; (148mm x ...">
              <a:extLst>
                <a:ext uri="{FF2B5EF4-FFF2-40B4-BE49-F238E27FC236}">
                  <a16:creationId xmlns:a16="http://schemas.microsoft.com/office/drawing/2014/main" id="{DF48F4A6-2FF1-BC84-B8D1-0E7A253BD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80" t="1396" r="90433" b="1396"/>
            <a:stretch/>
          </p:blipFill>
          <p:spPr bwMode="auto">
            <a:xfrm>
              <a:off x="10633" y="-1771"/>
              <a:ext cx="374030" cy="6858000"/>
            </a:xfrm>
            <a:prstGeom prst="rect">
              <a:avLst/>
            </a:prstGeom>
            <a:noFill/>
            <a:ln w="3175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74128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7921</TotalTime>
  <Words>14</Words>
  <Application>Microsoft Macintosh PowerPoint</Application>
  <PresentationFormat>A4 Paper (210x297 mm)</PresentationFormat>
  <Paragraphs>8</Paragraphs>
  <Slides>57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ADLaM Display</vt:lpstr>
      <vt:lpstr>Andale Mono</vt:lpstr>
      <vt:lpstr>Arial</vt:lpstr>
      <vt:lpstr>Calibri</vt:lpstr>
      <vt:lpstr>Calibri Light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Vera  Teixeira</dc:creator>
  <cp:lastModifiedBy>Vera Palos Valongo Sousa Teixeira</cp:lastModifiedBy>
  <cp:revision>25</cp:revision>
  <dcterms:created xsi:type="dcterms:W3CDTF">2022-03-25T22:10:24Z</dcterms:created>
  <dcterms:modified xsi:type="dcterms:W3CDTF">2024-07-14T12:29:13Z</dcterms:modified>
</cp:coreProperties>
</file>